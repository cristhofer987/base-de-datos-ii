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6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los tres esquemas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C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II, Semana 03: del modelo conceptual al almacenamiento físico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828800"/>
            <a:ext cx="4023360" cy="1005840"/>
          </a:xfrm>
          <a:prstGeom prst="rect">
            <a:avLst/>
          </a:prstGeom>
          <a:solidFill>
            <a:srgbClr val="7CC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77440" y="19568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externo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3042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62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personalizadas para usuarios finales: aplicaciones web o reportes.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971800"/>
            <a:ext cx="5669280" cy="1005840"/>
          </a:xfrm>
          <a:prstGeom prst="rect">
            <a:avLst/>
          </a:prstGeom>
          <a:solidFill>
            <a:srgbClr val="3D9BE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30998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conceptual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44728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Entidades, relaciones y restricciones de toda la organización, de forma abstracta.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7315200" cy="1005840"/>
          </a:xfrm>
          <a:prstGeom prst="rect">
            <a:avLst/>
          </a:prstGeom>
          <a:solidFill>
            <a:srgbClr val="0A63B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424281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interno (modelamiento físico)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9028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guardan los datos en disco, qué tipos de datos usar y cómo optimizar el rendimiento.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178308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técnicos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3410712" cy="694944"/>
          </a:xfrm>
          <a:prstGeom prst="rect">
            <a:avLst/>
          </a:prstGeom>
          <a:solidFill>
            <a:srgbClr val="0D3F7A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25856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4963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que adquieren, mantienen y consultan datos.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2980944"/>
            <a:ext cx="3410712" cy="694944"/>
          </a:xfrm>
          <a:prstGeom prst="rect">
            <a:avLst/>
          </a:prstGeom>
          <a:solidFill>
            <a:srgbClr val="0D3F7A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3044952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Independencia de datos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826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niveles se separan para escalar y mantener.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0" y="3767328"/>
            <a:ext cx="3410712" cy="694944"/>
          </a:xfrm>
          <a:prstGeom prst="rect">
            <a:avLst/>
          </a:prstGeom>
          <a:solidFill>
            <a:srgbClr val="0D3F7A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383133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conceptual al interno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6676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lógico se traduce en almacenamiento.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0" y="4553712"/>
            <a:ext cx="3410712" cy="694944"/>
          </a:xfrm>
          <a:prstGeom prst="rect">
            <a:avLst/>
          </a:prstGeom>
          <a:solidFill>
            <a:srgbClr val="0D3F7A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66760" y="461772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 tablas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8554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Arreglo de dos dimensiones: encabezado y cuerpo.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0" y="5340096"/>
            <a:ext cx="3410712" cy="694944"/>
          </a:xfrm>
          <a:prstGeom prst="rect">
            <a:avLst/>
          </a:prstGeom>
          <a:solidFill>
            <a:srgbClr val="0D3F7A"/>
          </a:solidFill>
          <a:ln w="12700">
            <a:solidFill>
              <a:srgbClr val="7CC4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54041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6418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A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tablas, relaciones y restricciones.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972800" y="274320"/>
            <a:ext cx="868680" cy="123444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5400">
            <a:solidFill>
              <a:srgbClr val="0A63B5"/>
            </a:solidFill>
            <a:prstDash val="solid"/>
          </a:ln>
        </p:spPr>
      </p:sp>
      <p:pic>
        <p:nvPicPr>
          <p:cNvPr id="30" name="Image 0" descr="/mnt/user-data/uploads/1790616340575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2" y="383900"/>
            <a:ext cx="722376" cy="1015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2026-09-28T17:39:05Z</dcterms:created>
  <dcterms:modified xsi:type="dcterms:W3CDTF">2026-09-28T17:39:05Z</dcterms:modified>
</cp:coreProperties>
</file>